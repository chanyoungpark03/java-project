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7"/>
  </p:notesMasterIdLst>
  <p:sldIdLst>
    <p:sldId id="263" r:id="rId2"/>
    <p:sldId id="264" r:id="rId3"/>
    <p:sldId id="266" r:id="rId4"/>
    <p:sldId id="259" r:id="rId5"/>
    <p:sldId id="260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EC4"/>
    <a:srgbClr val="D0EAB4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2944" autoAdjust="0"/>
  </p:normalViewPr>
  <p:slideViewPr>
    <p:cSldViewPr>
      <p:cViewPr varScale="1">
        <p:scale>
          <a:sx n="93" d="100"/>
          <a:sy n="93" d="100"/>
        </p:scale>
        <p:origin x="1608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4"/>
            <a:ext cx="9144000" cy="6857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B31271CA-DFBA-4144-9186-0BE3AC6EE4B1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F87F4F71-3D90-4F92-8CFE-D11B433509C0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D200F4F1-024E-465C-B59D-A4FFBC6118A5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3CF3B71A-966A-471E-8596-7D1D6A8996F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AD64A7B2-A2B0-4C9D-895B-FE1D68BE16F8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C37B9-30D8-48CA-8E28-681863C80B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90566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557338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ko-KR"/>
              <a:t>2025-2</a:t>
            </a:r>
            <a:r>
              <a:rPr lang="ko-KR" altLang="en-US" dirty="0"/>
              <a:t>학기</a:t>
            </a:r>
            <a:br>
              <a:rPr lang="ko-KR" altLang="en-US" dirty="0"/>
            </a:br>
            <a:r>
              <a:rPr lang="ko-KR" altLang="en-US" dirty="0"/>
              <a:t>객체지향언어 </a:t>
            </a:r>
            <a:r>
              <a:rPr lang="en-US" altLang="ko-KR" dirty="0"/>
              <a:t>II </a:t>
            </a:r>
            <a:r>
              <a:rPr lang="ko-KR" altLang="en-US" dirty="0"/>
              <a:t>미니 프로젝트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656388" cy="1752600"/>
          </a:xfrm>
        </p:spPr>
        <p:txBody>
          <a:bodyPr/>
          <a:lstStyle/>
          <a:p>
            <a:pPr eaLnBrk="1" hangingPunct="1"/>
            <a:r>
              <a:rPr lang="ko-KR" altLang="en-US"/>
              <a:t>타이핑 학습 게임</a:t>
            </a:r>
          </a:p>
          <a:p>
            <a:pPr eaLnBrk="1" hangingPunct="1"/>
            <a:r>
              <a:rPr lang="en-US" altLang="ko-KR"/>
              <a:t>- </a:t>
            </a:r>
            <a:r>
              <a:rPr lang="ko-KR" altLang="en-US"/>
              <a:t>황기태 </a:t>
            </a:r>
            <a:r>
              <a:rPr lang="en-US" altLang="ko-KR"/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824542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dirty="0"/>
              <a:t>타이핑 학습 게임의 개요</a:t>
            </a:r>
            <a:endParaRPr lang="ko-KR" altLang="ko-KR" dirty="0"/>
          </a:p>
        </p:txBody>
      </p:sp>
      <p:sp>
        <p:nvSpPr>
          <p:cNvPr id="3075" name="AutoShape 4"/>
          <p:cNvSpPr>
            <a:spLocks noChangeArrowheads="1"/>
          </p:cNvSpPr>
          <p:nvPr/>
        </p:nvSpPr>
        <p:spPr bwMode="auto">
          <a:xfrm>
            <a:off x="6929438" y="2066925"/>
            <a:ext cx="1143000" cy="857250"/>
          </a:xfrm>
          <a:prstGeom prst="foldedCorner">
            <a:avLst>
              <a:gd name="adj" fmla="val 125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800" dirty="0">
                <a:latin typeface="+mn-ea"/>
                <a:ea typeface="+mn-ea"/>
              </a:rPr>
              <a:t>단어나 </a:t>
            </a:r>
            <a:endParaRPr lang="en-US" altLang="ko-KR" sz="180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800" dirty="0">
                <a:latin typeface="+mn-ea"/>
                <a:ea typeface="+mn-ea"/>
              </a:rPr>
              <a:t>문장 파일</a:t>
            </a:r>
            <a:endParaRPr lang="en-US" altLang="ko-KR" sz="1800" dirty="0">
              <a:latin typeface="+mn-ea"/>
              <a:ea typeface="+mn-ea"/>
            </a:endParaRPr>
          </a:p>
        </p:txBody>
      </p:sp>
      <p:sp>
        <p:nvSpPr>
          <p:cNvPr id="3076" name="Oval 5"/>
          <p:cNvSpPr>
            <a:spLocks noChangeArrowheads="1"/>
          </p:cNvSpPr>
          <p:nvPr/>
        </p:nvSpPr>
        <p:spPr bwMode="auto">
          <a:xfrm>
            <a:off x="3419475" y="3429000"/>
            <a:ext cx="1439863" cy="12493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dirty="0">
                <a:latin typeface="+mn-ea"/>
                <a:ea typeface="+mn-ea"/>
              </a:rPr>
              <a:t>타이핑 게임</a:t>
            </a:r>
            <a:endParaRPr lang="en-US" altLang="ko-KR" sz="160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dirty="0">
                <a:latin typeface="+mn-ea"/>
                <a:ea typeface="+mn-ea"/>
              </a:rPr>
              <a:t>모듈</a:t>
            </a:r>
          </a:p>
        </p:txBody>
      </p:sp>
      <p:sp>
        <p:nvSpPr>
          <p:cNvPr id="3077" name="Text Box 7"/>
          <p:cNvSpPr txBox="1">
            <a:spLocks noChangeArrowheads="1"/>
          </p:cNvSpPr>
          <p:nvPr/>
        </p:nvSpPr>
        <p:spPr bwMode="auto">
          <a:xfrm>
            <a:off x="5338763" y="3008313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latin typeface="+mn-ea"/>
                <a:ea typeface="+mn-ea"/>
              </a:rPr>
              <a:t>읽기</a:t>
            </a:r>
          </a:p>
        </p:txBody>
      </p:sp>
      <p:sp>
        <p:nvSpPr>
          <p:cNvPr id="3078" name="Line 9"/>
          <p:cNvSpPr>
            <a:spLocks noChangeShapeType="1"/>
          </p:cNvSpPr>
          <p:nvPr/>
        </p:nvSpPr>
        <p:spPr bwMode="auto">
          <a:xfrm flipV="1">
            <a:off x="4787900" y="2495550"/>
            <a:ext cx="2141538" cy="176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79" name="Text Box 10"/>
          <p:cNvSpPr txBox="1">
            <a:spLocks noChangeArrowheads="1"/>
          </p:cNvSpPr>
          <p:nvPr/>
        </p:nvSpPr>
        <p:spPr bwMode="auto">
          <a:xfrm>
            <a:off x="5435600" y="2173288"/>
            <a:ext cx="12041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 dirty="0">
                <a:latin typeface="+mn-ea"/>
                <a:ea typeface="+mn-ea"/>
              </a:rPr>
              <a:t>읽기</a:t>
            </a:r>
            <a:r>
              <a:rPr lang="en-US" altLang="ko-KR" sz="1800" dirty="0">
                <a:latin typeface="+mn-ea"/>
                <a:ea typeface="+mn-ea"/>
              </a:rPr>
              <a:t>/</a:t>
            </a:r>
            <a:r>
              <a:rPr lang="ko-KR" altLang="en-US" sz="1800" dirty="0">
                <a:latin typeface="+mn-ea"/>
                <a:ea typeface="+mn-ea"/>
              </a:rPr>
              <a:t>저장</a:t>
            </a:r>
          </a:p>
        </p:txBody>
      </p:sp>
      <p:pic>
        <p:nvPicPr>
          <p:cNvPr id="3080" name="Picture 15" descr="j02920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916113"/>
            <a:ext cx="1593850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1" name="Line 16"/>
          <p:cNvSpPr>
            <a:spLocks noChangeShapeType="1"/>
          </p:cNvSpPr>
          <p:nvPr/>
        </p:nvSpPr>
        <p:spPr bwMode="auto">
          <a:xfrm flipV="1">
            <a:off x="1928813" y="2673350"/>
            <a:ext cx="1419225" cy="184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82" name="AutoShape 4"/>
          <p:cNvSpPr>
            <a:spLocks noChangeArrowheads="1"/>
          </p:cNvSpPr>
          <p:nvPr/>
        </p:nvSpPr>
        <p:spPr bwMode="auto">
          <a:xfrm>
            <a:off x="6929438" y="3603625"/>
            <a:ext cx="1143000" cy="857250"/>
          </a:xfrm>
          <a:prstGeom prst="foldedCorner">
            <a:avLst>
              <a:gd name="adj" fmla="val 12500"/>
            </a:avLst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latin typeface="+mn-ea"/>
                <a:ea typeface="+mn-ea"/>
              </a:rPr>
              <a:t>점수</a:t>
            </a:r>
            <a:endParaRPr lang="en-US" altLang="ko-KR" sz="180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latin typeface="+mn-ea"/>
                <a:ea typeface="+mn-ea"/>
              </a:rPr>
              <a:t>파일</a:t>
            </a:r>
            <a:endParaRPr lang="en-US" altLang="ko-KR" sz="1800">
              <a:latin typeface="+mn-ea"/>
              <a:ea typeface="+mn-ea"/>
            </a:endParaRPr>
          </a:p>
        </p:txBody>
      </p:sp>
      <p:sp>
        <p:nvSpPr>
          <p:cNvPr id="3083" name="Oval 5"/>
          <p:cNvSpPr>
            <a:spLocks noChangeArrowheads="1"/>
          </p:cNvSpPr>
          <p:nvPr/>
        </p:nvSpPr>
        <p:spPr bwMode="auto">
          <a:xfrm>
            <a:off x="3348038" y="2047875"/>
            <a:ext cx="1439862" cy="1249363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dirty="0">
                <a:latin typeface="+mn-ea"/>
                <a:ea typeface="+mn-ea"/>
              </a:rPr>
              <a:t>단어나 </a:t>
            </a:r>
            <a:endParaRPr lang="en-US" altLang="ko-KR" sz="160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dirty="0">
                <a:latin typeface="+mn-ea"/>
                <a:ea typeface="+mn-ea"/>
              </a:rPr>
              <a:t>문장 입력</a:t>
            </a:r>
            <a:endParaRPr lang="en-US" altLang="ko-KR" sz="1600" dirty="0">
              <a:latin typeface="+mn-ea"/>
              <a:ea typeface="+mn-ea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ko-KR" altLang="en-US" sz="1600" dirty="0">
                <a:latin typeface="+mn-ea"/>
                <a:ea typeface="+mn-ea"/>
              </a:rPr>
              <a:t>모듈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084" name="Line 9"/>
          <p:cNvSpPr>
            <a:spLocks noChangeShapeType="1"/>
          </p:cNvSpPr>
          <p:nvPr/>
        </p:nvSpPr>
        <p:spPr bwMode="auto">
          <a:xfrm flipV="1">
            <a:off x="4859338" y="2541588"/>
            <a:ext cx="207010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85" name="Line 16"/>
          <p:cNvSpPr>
            <a:spLocks noChangeShapeType="1"/>
          </p:cNvSpPr>
          <p:nvPr/>
        </p:nvSpPr>
        <p:spPr bwMode="auto">
          <a:xfrm>
            <a:off x="1979613" y="3009900"/>
            <a:ext cx="1439862" cy="923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86" name="Line 9"/>
          <p:cNvSpPr>
            <a:spLocks noChangeShapeType="1"/>
          </p:cNvSpPr>
          <p:nvPr/>
        </p:nvSpPr>
        <p:spPr bwMode="auto">
          <a:xfrm>
            <a:off x="4859338" y="4054475"/>
            <a:ext cx="2070100" cy="95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087" name="Text Box 10"/>
          <p:cNvSpPr txBox="1">
            <a:spLocks noChangeArrowheads="1"/>
          </p:cNvSpPr>
          <p:nvPr/>
        </p:nvSpPr>
        <p:spPr bwMode="auto">
          <a:xfrm>
            <a:off x="5722938" y="3749675"/>
            <a:ext cx="1204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ko-KR" altLang="en-US" sz="1800">
                <a:latin typeface="+mn-ea"/>
                <a:ea typeface="+mn-ea"/>
              </a:rPr>
              <a:t>읽기</a:t>
            </a:r>
            <a:r>
              <a:rPr lang="en-US" altLang="ko-KR" sz="1800">
                <a:latin typeface="+mn-ea"/>
                <a:ea typeface="+mn-ea"/>
              </a:rPr>
              <a:t>/</a:t>
            </a:r>
            <a:r>
              <a:rPr lang="ko-KR" altLang="en-US" sz="1800">
                <a:latin typeface="+mn-ea"/>
                <a:ea typeface="+mn-ea"/>
              </a:rPr>
              <a:t>저장</a:t>
            </a:r>
          </a:p>
        </p:txBody>
      </p:sp>
      <p:sp>
        <p:nvSpPr>
          <p:cNvPr id="2" name="TextBox 1"/>
          <p:cNvSpPr txBox="1"/>
          <p:nvPr/>
        </p:nvSpPr>
        <p:spPr>
          <a:xfrm rot="2070301">
            <a:off x="2153642" y="3560861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+mn-ea"/>
              </a:rPr>
              <a:t>게임하기</a:t>
            </a:r>
          </a:p>
        </p:txBody>
      </p:sp>
      <p:sp>
        <p:nvSpPr>
          <p:cNvPr id="17" name="TextBox 16"/>
          <p:cNvSpPr txBox="1"/>
          <p:nvPr/>
        </p:nvSpPr>
        <p:spPr>
          <a:xfrm rot="21202051">
            <a:off x="1886356" y="2458268"/>
            <a:ext cx="1566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+mn-ea"/>
              </a:rPr>
              <a:t>단어나 문장 입력</a:t>
            </a:r>
          </a:p>
        </p:txBody>
      </p:sp>
    </p:spTree>
    <p:extLst>
      <p:ext uri="{BB962C8B-B14F-4D97-AF65-F5344CB8AC3E}">
        <p14:creationId xmlns:p14="http://schemas.microsoft.com/office/powerpoint/2010/main" val="23098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목적</a:t>
            </a:r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755576" y="1281336"/>
            <a:ext cx="8153400" cy="5040560"/>
          </a:xfrm>
        </p:spPr>
        <p:txBody>
          <a:bodyPr/>
          <a:lstStyle/>
          <a:p>
            <a:r>
              <a:rPr lang="en-US" altLang="ko-KR" dirty="0"/>
              <a:t>GUI </a:t>
            </a:r>
            <a:r>
              <a:rPr lang="ko-KR" altLang="en-US" dirty="0"/>
              <a:t>프로그래밍 기초</a:t>
            </a:r>
            <a:endParaRPr lang="en-US" altLang="ko-KR" dirty="0"/>
          </a:p>
          <a:p>
            <a:r>
              <a:rPr lang="en-US" altLang="ko-KR" dirty="0"/>
              <a:t>Event-driven programming </a:t>
            </a:r>
            <a:r>
              <a:rPr lang="ko-KR" altLang="en-US" dirty="0"/>
              <a:t>이해</a:t>
            </a:r>
            <a:endParaRPr lang="en-US" altLang="ko-KR" dirty="0"/>
          </a:p>
          <a:p>
            <a:r>
              <a:rPr lang="en-US" altLang="ko-KR" dirty="0"/>
              <a:t>Swing </a:t>
            </a:r>
            <a:r>
              <a:rPr lang="ko-KR" altLang="en-US" dirty="0"/>
              <a:t>활용</a:t>
            </a:r>
            <a:endParaRPr lang="en-US" altLang="ko-KR" dirty="0"/>
          </a:p>
          <a:p>
            <a:r>
              <a:rPr lang="ko-KR" altLang="en-US" dirty="0"/>
              <a:t>컬렉션 활용</a:t>
            </a:r>
          </a:p>
          <a:p>
            <a:r>
              <a:rPr lang="ko-KR" altLang="en-US" dirty="0"/>
              <a:t>간단한 텍스트 파일 입출력</a:t>
            </a:r>
            <a:endParaRPr lang="en-US" altLang="ko-KR" dirty="0"/>
          </a:p>
          <a:p>
            <a:r>
              <a:rPr lang="ko-KR" altLang="en-US" dirty="0" err="1"/>
              <a:t>멀티스레드</a:t>
            </a:r>
            <a:r>
              <a:rPr lang="ko-KR" altLang="en-US" dirty="0"/>
              <a:t> 프로그래밍</a:t>
            </a:r>
            <a:endParaRPr lang="en-US" altLang="ko-KR" dirty="0"/>
          </a:p>
          <a:p>
            <a:r>
              <a:rPr lang="ko-KR" altLang="en-US"/>
              <a:t>종합적인 애플리케이션 개발 능력 함양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294967295"/>
          </p:nvPr>
        </p:nvSpPr>
        <p:spPr>
          <a:xfrm>
            <a:off x="0" y="6248400"/>
            <a:ext cx="542131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</a:t>
            </a:r>
            <a:r>
              <a:rPr lang="en-US" altLang="ko-KR"/>
              <a:t>Java Programming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75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미니 프로젝트의 프레임 사례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043608" y="1412776"/>
            <a:ext cx="7056784" cy="3702896"/>
            <a:chOff x="467544" y="2060848"/>
            <a:chExt cx="7056784" cy="3702896"/>
          </a:xfrm>
        </p:grpSpPr>
        <p:sp>
          <p:nvSpPr>
            <p:cNvPr id="5" name="직사각형 4"/>
            <p:cNvSpPr/>
            <p:nvPr/>
          </p:nvSpPr>
          <p:spPr>
            <a:xfrm>
              <a:off x="542334" y="2060848"/>
              <a:ext cx="6981994" cy="367240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827584" y="2708920"/>
              <a:ext cx="6408712" cy="280831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27584" y="2204864"/>
              <a:ext cx="6408712" cy="36004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7544" y="5486745"/>
              <a:ext cx="2240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GameFrame</a:t>
              </a:r>
              <a:r>
                <a:rPr lang="en-US" altLang="ko-KR" sz="1200" dirty="0"/>
                <a:t>  extends </a:t>
              </a:r>
              <a:r>
                <a:rPr lang="en-US" altLang="ko-KR" sz="1200" dirty="0" err="1"/>
                <a:t>JFrame</a:t>
              </a:r>
              <a:endParaRPr lang="ko-KR" altLang="en-US" sz="1200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52794" y="5240233"/>
              <a:ext cx="10757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ContentPane</a:t>
              </a:r>
              <a:endParaRPr lang="ko-KR" altLang="en-US" sz="1200" dirty="0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975856" y="3169340"/>
              <a:ext cx="5972408" cy="210138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46297" y="5008967"/>
              <a:ext cx="8814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JSplitPane</a:t>
              </a:r>
              <a:endParaRPr lang="ko-KR" altLang="en-US" sz="12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979984" y="2800917"/>
              <a:ext cx="5968280" cy="2244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62396" y="2769085"/>
              <a:ext cx="7542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JToolBar</a:t>
              </a:r>
              <a:endParaRPr lang="ko-KR" altLang="en-US" sz="1200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1154991" y="3349083"/>
              <a:ext cx="3371736" cy="16567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54579" y="3265532"/>
              <a:ext cx="203703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bg1"/>
                  </a:solidFill>
                </a:rPr>
                <a:t>GamePanel</a:t>
              </a:r>
              <a:r>
                <a:rPr lang="en-US" altLang="ko-KR" sz="1200" dirty="0">
                  <a:solidFill>
                    <a:schemeClr val="bg1"/>
                  </a:solidFill>
                </a:rPr>
                <a:t> extends </a:t>
              </a:r>
              <a:r>
                <a:rPr lang="en-US" altLang="ko-KR" sz="1200" dirty="0" err="1">
                  <a:solidFill>
                    <a:schemeClr val="bg1"/>
                  </a:solidFill>
                </a:rPr>
                <a:t>JPanel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705863" y="3354518"/>
              <a:ext cx="2041746" cy="1656739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633856" y="4749502"/>
              <a:ext cx="8814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bg1"/>
                  </a:solidFill>
                </a:rPr>
                <a:t>JSplitPane</a:t>
              </a:r>
              <a:endParaRPr lang="ko-KR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758347" y="3428999"/>
              <a:ext cx="1888850" cy="7484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48023" y="3884065"/>
              <a:ext cx="19995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scorePanel</a:t>
              </a:r>
              <a:r>
                <a:rPr lang="en-US" altLang="ko-KR" sz="1200" dirty="0"/>
                <a:t> extends </a:t>
              </a:r>
              <a:r>
                <a:rPr lang="en-US" altLang="ko-KR" sz="1200" dirty="0" err="1"/>
                <a:t>JPanel</a:t>
              </a:r>
              <a:endParaRPr lang="ko-KR" altLang="en-US" sz="1200" dirty="0"/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4758347" y="4218292"/>
              <a:ext cx="1888850" cy="56782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748023" y="4509120"/>
              <a:ext cx="18991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editPanel</a:t>
              </a:r>
              <a:r>
                <a:rPr lang="en-US" altLang="ko-KR" sz="1200" dirty="0"/>
                <a:t> extends </a:t>
              </a:r>
              <a:r>
                <a:rPr lang="en-US" altLang="ko-KR" sz="1200" dirty="0" err="1"/>
                <a:t>JPanel</a:t>
              </a:r>
              <a:endParaRPr lang="ko-KR" altLang="en-US" sz="1200" dirty="0"/>
            </a:p>
            <a:p>
              <a:endParaRPr lang="ko-KR" altLang="en-US" sz="1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7584" y="2285029"/>
              <a:ext cx="8675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 err="1"/>
                <a:t>JMenuBar</a:t>
              </a:r>
              <a:endParaRPr lang="ko-KR" altLang="en-US" sz="1200" dirty="0"/>
            </a:p>
          </p:txBody>
        </p:sp>
      </p:grpSp>
      <p:sp>
        <p:nvSpPr>
          <p:cNvPr id="25" name="직사각형 24"/>
          <p:cNvSpPr/>
          <p:nvPr/>
        </p:nvSpPr>
        <p:spPr>
          <a:xfrm>
            <a:off x="1866730" y="2863970"/>
            <a:ext cx="3065310" cy="11106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793736" y="2833484"/>
            <a:ext cx="2562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GameGroundPanel</a:t>
            </a:r>
            <a:r>
              <a:rPr lang="en-US" altLang="ko-KR" sz="1200" dirty="0">
                <a:solidFill>
                  <a:schemeClr val="bg1"/>
                </a:solidFill>
              </a:rPr>
              <a:t> extends </a:t>
            </a:r>
            <a:r>
              <a:rPr lang="en-US" altLang="ko-KR" sz="1200" dirty="0" err="1">
                <a:solidFill>
                  <a:schemeClr val="bg1"/>
                </a:solidFill>
              </a:rPr>
              <a:t>JPanel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866730" y="4026070"/>
            <a:ext cx="3065310" cy="265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1825372" y="4026070"/>
            <a:ext cx="2000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>
                <a:solidFill>
                  <a:schemeClr val="bg1"/>
                </a:solidFill>
              </a:rPr>
              <a:t>InputPanel</a:t>
            </a:r>
            <a:r>
              <a:rPr lang="en-US" altLang="ko-KR" sz="1200" dirty="0">
                <a:solidFill>
                  <a:schemeClr val="bg1"/>
                </a:solidFill>
              </a:rPr>
              <a:t> extends </a:t>
            </a:r>
            <a:r>
              <a:rPr lang="en-US" altLang="ko-KR" sz="1200" dirty="0" err="1">
                <a:solidFill>
                  <a:schemeClr val="bg1"/>
                </a:solidFill>
              </a:rPr>
              <a:t>JPanel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5576" y="5661248"/>
            <a:ext cx="76274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프레임을 이해하고 자신 나름 대로의 프레임 완성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필요한 메뉴와 툴 박스의 메뉴 구성</a:t>
            </a:r>
            <a:r>
              <a:rPr lang="en-US" altLang="ko-KR" dirty="0"/>
              <a:t>, </a:t>
            </a:r>
            <a:r>
              <a:rPr lang="ko-KR" altLang="en-US" dirty="0"/>
              <a:t>메뉴에서 파일 읽기 이벤트 달기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파일을 벡터로 읽어와서 </a:t>
            </a:r>
            <a:r>
              <a:rPr lang="ko-KR" altLang="en-US" dirty="0" err="1"/>
              <a:t>랜덤하게</a:t>
            </a:r>
            <a:r>
              <a:rPr lang="ko-KR" altLang="en-US" dirty="0"/>
              <a:t> 화면에 한 단어 출력</a:t>
            </a:r>
          </a:p>
        </p:txBody>
      </p:sp>
    </p:spTree>
    <p:extLst>
      <p:ext uri="{BB962C8B-B14F-4D97-AF65-F5344CB8AC3E}">
        <p14:creationId xmlns:p14="http://schemas.microsoft.com/office/powerpoint/2010/main" val="377977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시간에 만든 자바코드의 실행 결과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700808"/>
            <a:ext cx="6095206" cy="4579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71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4700</TotalTime>
  <Words>135</Words>
  <Application>Microsoft Office PowerPoint</Application>
  <PresentationFormat>화면 슬라이드 쇼(4:3)</PresentationFormat>
  <Paragraphs>46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HY나무L</vt:lpstr>
      <vt:lpstr>맑은 고딕</vt:lpstr>
      <vt:lpstr>휴먼편지체</vt:lpstr>
      <vt:lpstr>Wingdings</vt:lpstr>
      <vt:lpstr>Wingdings 2</vt:lpstr>
      <vt:lpstr>가을</vt:lpstr>
      <vt:lpstr>2025-2학기 객체지향언어 II 미니 프로젝트</vt:lpstr>
      <vt:lpstr>타이핑 학습 게임의 개요</vt:lpstr>
      <vt:lpstr>프로젝트 목적</vt:lpstr>
      <vt:lpstr>미니 프로젝트의 프레임 사례</vt:lpstr>
      <vt:lpstr>수업 시간에 만든 자바코드의 실행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황기태</cp:lastModifiedBy>
  <cp:revision>194</cp:revision>
  <dcterms:created xsi:type="dcterms:W3CDTF">2011-08-27T14:53:28Z</dcterms:created>
  <dcterms:modified xsi:type="dcterms:W3CDTF">2025-11-03T01:45:33Z</dcterms:modified>
</cp:coreProperties>
</file>